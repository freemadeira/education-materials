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7"/>
  </p:notesMasterIdLst>
  <p:sldIdLst>
    <p:sldId id="260" r:id="rId2"/>
    <p:sldId id="276" r:id="rId3"/>
    <p:sldId id="263" r:id="rId4"/>
    <p:sldId id="270" r:id="rId5"/>
    <p:sldId id="268" r:id="rId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2569"/>
    <a:srgbClr val="58595B"/>
    <a:srgbClr val="FBB040"/>
    <a:srgbClr val="000000"/>
    <a:srgbClr val="5AB657"/>
    <a:srgbClr val="E4E0FD"/>
    <a:srgbClr val="175CB4"/>
    <a:srgbClr val="8C3BF0"/>
    <a:srgbClr val="0051FF"/>
    <a:srgbClr val="FF94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19"/>
    <p:restoredTop sz="81596"/>
  </p:normalViewPr>
  <p:slideViewPr>
    <p:cSldViewPr>
      <p:cViewPr varScale="1">
        <p:scale>
          <a:sx n="45" d="100"/>
          <a:sy n="45" d="100"/>
        </p:scale>
        <p:origin x="1248" y="4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26/11/2025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30277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99803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7608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úvi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E3253F-773F-42FB-EB13-8F960268D436}"/>
              </a:ext>
            </a:extLst>
          </p:cNvPr>
          <p:cNvSpPr txBox="1">
            <a:spLocks/>
          </p:cNvSpPr>
          <p:nvPr userDrawn="1"/>
        </p:nvSpPr>
        <p:spPr>
          <a:xfrm>
            <a:off x="1382713" y="4918870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 err="1"/>
              <a:t>Esclarecimento</a:t>
            </a:r>
            <a:r>
              <a:rPr lang="en-GB" dirty="0"/>
              <a:t> de </a:t>
            </a:r>
            <a:r>
              <a:rPr lang="en-GB" dirty="0" err="1"/>
              <a:t>dúvidas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50785F-F9BE-8C2E-1CC4-AC143A747D6E}"/>
              </a:ext>
            </a:extLst>
          </p:cNvPr>
          <p:cNvGrpSpPr/>
          <p:nvPr userDrawn="1"/>
        </p:nvGrpSpPr>
        <p:grpSpPr>
          <a:xfrm>
            <a:off x="1382713" y="7788275"/>
            <a:ext cx="2819364" cy="3498604"/>
            <a:chOff x="10661650" y="7173860"/>
            <a:chExt cx="2819364" cy="3498604"/>
          </a:xfrm>
        </p:grpSpPr>
        <p:pic>
          <p:nvPicPr>
            <p:cNvPr id="2052" name="Picture 4" descr="Thinking Bubble, Thought, Creative Free PNG">
              <a:extLst>
                <a:ext uri="{FF2B5EF4-FFF2-40B4-BE49-F238E27FC236}">
                  <a16:creationId xmlns:a16="http://schemas.microsoft.com/office/drawing/2014/main" id="{6C240295-4B5D-5F2D-2499-C58A304CF1F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63873">
              <a:off x="12338014" y="7173860"/>
              <a:ext cx="1143000" cy="1209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object 49">
              <a:extLst>
                <a:ext uri="{FF2B5EF4-FFF2-40B4-BE49-F238E27FC236}">
                  <a16:creationId xmlns:a16="http://schemas.microsoft.com/office/drawing/2014/main" id="{3BF697C5-C66F-8CDC-DA2C-04341361A8CF}"/>
                </a:ext>
              </a:extLst>
            </p:cNvPr>
            <p:cNvPicPr/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0661650" y="8093075"/>
              <a:ext cx="2134792" cy="257938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D1189C-F066-647C-9B72-285F8BC82E36}"/>
                </a:ext>
              </a:extLst>
            </p:cNvPr>
            <p:cNvSpPr txBox="1"/>
            <p:nvPr userDrawn="1"/>
          </p:nvSpPr>
          <p:spPr>
            <a:xfrm>
              <a:off x="12719050" y="7323634"/>
              <a:ext cx="457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4000" b="1" i="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057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  <p:sldLayoutId id="214748369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6300" noProof="0" dirty="0"/>
              <a:t>Porquê o Bitcoin?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noProof="0" dirty="0"/>
              <a:t>Capítulo #10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140075"/>
            <a:ext cx="17338675" cy="7339012"/>
          </a:xfrm>
        </p:spPr>
        <p:txBody>
          <a:bodyPr>
            <a:noAutofit/>
          </a:bodyPr>
          <a:lstStyle/>
          <a:p>
            <a:r>
              <a:rPr lang="pt-PT" sz="2800" noProof="0" dirty="0"/>
              <a:t>Debate de turma: Refletir sobre o impacto do Bitcoin</a:t>
            </a:r>
          </a:p>
          <a:p>
            <a:r>
              <a:rPr lang="pt-PT" sz="2800" noProof="0" dirty="0"/>
              <a:t>Debate de turma: Em que medida mudaste a tua perspetiva?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FBDC-EA40-9513-C472-2B12B51BA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99F5-0270-B89A-67ED-195CA2A2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Debate de Turma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9355C-8C9E-12C2-1BB0-15FFE1C97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2301875"/>
            <a:ext cx="17352000" cy="840581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Refletir sobre o impacto do Bitcoin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469F2-B33A-97B9-B282-C76A68069BA8}"/>
              </a:ext>
            </a:extLst>
          </p:cNvPr>
          <p:cNvSpPr txBox="1"/>
          <p:nvPr/>
        </p:nvSpPr>
        <p:spPr>
          <a:xfrm>
            <a:off x="1369388" y="4842496"/>
            <a:ext cx="17338963" cy="1490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3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 que formas pode a liberdade financeira aumentar a tua capacidade de contribuir de forma positiva para a tua comunidade ou sociedade?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19F1E-D52F-7BA0-FFA2-77AC819B2BDF}"/>
              </a:ext>
            </a:extLst>
          </p:cNvPr>
          <p:cNvSpPr txBox="1"/>
          <p:nvPr/>
        </p:nvSpPr>
        <p:spPr>
          <a:xfrm>
            <a:off x="1369388" y="3651070"/>
            <a:ext cx="17338963" cy="75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3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 que forma é que a tua perspetiva de futuro mudou ao aprender mais sobre Bitcoin?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5FDF7-EE7B-570D-AD5E-8C1D6CCFF9EB}"/>
              </a:ext>
            </a:extLst>
          </p:cNvPr>
          <p:cNvSpPr txBox="1"/>
          <p:nvPr/>
        </p:nvSpPr>
        <p:spPr>
          <a:xfrm>
            <a:off x="1382425" y="8702675"/>
            <a:ext cx="17338963" cy="75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3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Como é que o Bitcoin pode mudar o mundo?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AA0187-207F-0A9D-6DAF-58D5040A45A1}"/>
              </a:ext>
            </a:extLst>
          </p:cNvPr>
          <p:cNvSpPr txBox="1"/>
          <p:nvPr/>
        </p:nvSpPr>
        <p:spPr>
          <a:xfrm>
            <a:off x="1369387" y="6772586"/>
            <a:ext cx="17338963" cy="1490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2138" indent="-592138" algn="l" rtl="0">
              <a:lnSpc>
                <a:spcPct val="150000"/>
              </a:lnSpc>
              <a:spcBef>
                <a:spcPts val="1000"/>
              </a:spcBef>
              <a:buSzPct val="125000"/>
              <a:buBlip>
                <a:blip r:embed="rId3"/>
              </a:buBlip>
            </a:pPr>
            <a:r>
              <a:rPr lang="pt-PT" sz="32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 que forma é que o Bitcoin já teve impacto positivo na vida de pessoas por todo o mundo?</a:t>
            </a:r>
          </a:p>
        </p:txBody>
      </p:sp>
    </p:spTree>
    <p:extLst>
      <p:ext uri="{BB962C8B-B14F-4D97-AF65-F5344CB8AC3E}">
        <p14:creationId xmlns:p14="http://schemas.microsoft.com/office/powerpoint/2010/main" val="135802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CFB4-C582-31AE-B7E2-E967D81D6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Atividade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D45CC-97E1-F28F-992F-C1C305574147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575AE-FD40-BAFC-6BAC-34453F1BDC8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384300" y="2118464"/>
            <a:ext cx="8667750" cy="17074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PT" b="1" dirty="0"/>
              <a:t>Na primeira aula prática do curso, a turma respondeu às seguintes perguntas:</a:t>
            </a:r>
          </a:p>
        </p:txBody>
      </p:sp>
      <p:pic>
        <p:nvPicPr>
          <p:cNvPr id="5" name="object 11">
            <a:extLst>
              <a:ext uri="{FF2B5EF4-FFF2-40B4-BE49-F238E27FC236}">
                <a16:creationId xmlns:a16="http://schemas.microsoft.com/office/drawing/2014/main" id="{30A633FD-CD6E-C168-4B6C-8DFD4675307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86675" y="5866566"/>
            <a:ext cx="4130414" cy="4719306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9D02107-D2C3-ED5A-F9E3-E968014B67DC}"/>
              </a:ext>
            </a:extLst>
          </p:cNvPr>
          <p:cNvSpPr txBox="1">
            <a:spLocks/>
          </p:cNvSpPr>
          <p:nvPr/>
        </p:nvSpPr>
        <p:spPr>
          <a:xfrm>
            <a:off x="1379537" y="4740275"/>
            <a:ext cx="8439150" cy="9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pt-PT" dirty="0"/>
              <a:t>Porque é que precisamos de dinheiro?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602C00B-966A-1B91-9DDC-9C12407107FC}"/>
              </a:ext>
            </a:extLst>
          </p:cNvPr>
          <p:cNvSpPr txBox="1">
            <a:spLocks/>
          </p:cNvSpPr>
          <p:nvPr/>
        </p:nvSpPr>
        <p:spPr>
          <a:xfrm>
            <a:off x="1374959" y="5640274"/>
            <a:ext cx="8439150" cy="9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pt-PT" dirty="0"/>
              <a:t>O que é o dinheiro?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C3F62DC-C4D1-364B-DE6B-688BAF69AA75}"/>
              </a:ext>
            </a:extLst>
          </p:cNvPr>
          <p:cNvSpPr txBox="1">
            <a:spLocks/>
          </p:cNvSpPr>
          <p:nvPr/>
        </p:nvSpPr>
        <p:spPr>
          <a:xfrm>
            <a:off x="1374959" y="6540274"/>
            <a:ext cx="8439150" cy="9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pt-PT" dirty="0"/>
              <a:t>Quem controla o dinheiro?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FE4B373-3531-72B4-872B-67632943DFEC}"/>
              </a:ext>
            </a:extLst>
          </p:cNvPr>
          <p:cNvSpPr txBox="1">
            <a:spLocks/>
          </p:cNvSpPr>
          <p:nvPr/>
        </p:nvSpPr>
        <p:spPr>
          <a:xfrm>
            <a:off x="1384300" y="7440273"/>
            <a:ext cx="8439150" cy="9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pt-PT" dirty="0"/>
              <a:t>O que dá valor ao dinheiro?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F9CD224-AAFC-6AA7-76BD-63127536D7CF}"/>
              </a:ext>
            </a:extLst>
          </p:cNvPr>
          <p:cNvSpPr txBox="1">
            <a:spLocks/>
          </p:cNvSpPr>
          <p:nvPr/>
        </p:nvSpPr>
        <p:spPr>
          <a:xfrm>
            <a:off x="1374959" y="8340273"/>
            <a:ext cx="8439150" cy="9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5"/>
            </a:pPr>
            <a:r>
              <a:rPr lang="pt-PT" dirty="0"/>
              <a:t>Que dúvidas tens sobre o dinheiro? 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A5C5BA1-3243-EA1D-9555-B9D764DE3E37}"/>
              </a:ext>
            </a:extLst>
          </p:cNvPr>
          <p:cNvSpPr/>
          <p:nvPr/>
        </p:nvSpPr>
        <p:spPr>
          <a:xfrm>
            <a:off x="12507913" y="2498891"/>
            <a:ext cx="5087937" cy="2819400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ctr">
              <a:buSzPct val="125000"/>
            </a:pPr>
            <a:r>
              <a:rPr lang="pt-PT" sz="2400" b="1" spc="10" dirty="0">
                <a:solidFill>
                  <a:srgbClr val="392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Vamos perceber e</a:t>
            </a:r>
            <a:r>
              <a:rPr lang="pt-PT" sz="2400" b="1" dirty="0">
                <a:solidFill>
                  <a:srgbClr val="392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 que medida mudaste a tua perspetiva</a:t>
            </a:r>
            <a:r>
              <a:rPr lang="pt-PT" sz="2400" b="1" spc="10" dirty="0">
                <a:solidFill>
                  <a:srgbClr val="3925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5650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218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5159</TotalTime>
  <Words>167</Words>
  <Application>Microsoft Macintosh PowerPoint</Application>
  <PresentationFormat>Custom</PresentationFormat>
  <Paragraphs>21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Open Sans</vt:lpstr>
      <vt:lpstr>Open Sans Light</vt:lpstr>
      <vt:lpstr>Ubuntu Light</vt:lpstr>
      <vt:lpstr>1_Custom Design</vt:lpstr>
      <vt:lpstr>Porquê o Bitcoin?</vt:lpstr>
      <vt:lpstr>Debate de Turma</vt:lpstr>
      <vt:lpstr>Atividade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365</cp:revision>
  <dcterms:created xsi:type="dcterms:W3CDTF">2024-11-12T03:26:48Z</dcterms:created>
  <dcterms:modified xsi:type="dcterms:W3CDTF">2025-11-26T09:35:55Z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